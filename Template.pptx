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6" r:id="rId2"/>
    <p:sldId id="261" r:id="rId3"/>
  </p:sldIdLst>
  <p:sldSz cx="9144000" cy="6858000" type="screen4x3"/>
  <p:notesSz cx="9906000" cy="67945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>
          <p15:clr>
            <a:srgbClr val="A4A3A4"/>
          </p15:clr>
        </p15:guide>
        <p15:guide id="2" pos="3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0">
          <p15:clr>
            <a:srgbClr val="A4A3A4"/>
          </p15:clr>
        </p15:guide>
        <p15:guide id="2" pos="31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68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97" autoAdjust="0"/>
    <p:restoredTop sz="90361" autoAdjust="0"/>
  </p:normalViewPr>
  <p:slideViewPr>
    <p:cSldViewPr>
      <p:cViewPr varScale="1">
        <p:scale>
          <a:sx n="100" d="100"/>
          <a:sy n="100" d="100"/>
        </p:scale>
        <p:origin x="1560" y="90"/>
      </p:cViewPr>
      <p:guideLst>
        <p:guide orient="horz" pos="845"/>
        <p:guide pos="340"/>
      </p:guideLst>
    </p:cSldViewPr>
  </p:slideViewPr>
  <p:outlineViewPr>
    <p:cViewPr>
      <p:scale>
        <a:sx n="33" d="100"/>
        <a:sy n="33" d="100"/>
      </p:scale>
      <p:origin x="5" y="1484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>
      <p:cViewPr varScale="1">
        <p:scale>
          <a:sx n="113" d="100"/>
          <a:sy n="113" d="100"/>
        </p:scale>
        <p:origin x="1482" y="90"/>
      </p:cViewPr>
      <p:guideLst>
        <p:guide orient="horz" pos="2140"/>
        <p:guide pos="312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26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11108" y="0"/>
            <a:ext cx="42926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80E1E-5420-473F-A7A3-D3BCF995A701}" type="datetimeFigureOut">
              <a:rPr lang="de-DE" smtClean="0"/>
              <a:t>05.06.2018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6453596"/>
            <a:ext cx="42926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11108" y="6453596"/>
            <a:ext cx="42926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5653A4-3F9A-40E4-BF8B-054CF64B08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55387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26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11108" y="0"/>
            <a:ext cx="42926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C3B195-51BB-4523-B420-41DEEEFBD90B}" type="datetimeFigureOut">
              <a:rPr lang="de-DE" smtClean="0"/>
              <a:t>05.06.2018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54375" y="509588"/>
            <a:ext cx="3397250" cy="2547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0600" y="3227388"/>
            <a:ext cx="7924800" cy="3057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453596"/>
            <a:ext cx="42926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11108" y="6453596"/>
            <a:ext cx="42926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F0ACE-5D3D-460E-A5B9-5427BB2FCC3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4547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rrowheads="1"/>
          </p:cNvSpPr>
          <p:nvPr userDrawn="1"/>
        </p:nvSpPr>
        <p:spPr bwMode="auto">
          <a:xfrm>
            <a:off x="0" y="4794250"/>
            <a:ext cx="9144000" cy="2063750"/>
          </a:xfrm>
          <a:prstGeom prst="rect">
            <a:avLst/>
          </a:prstGeom>
          <a:solidFill>
            <a:srgbClr val="0168B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noProof="0" dirty="0">
              <a:cs typeface="+mn-cs"/>
            </a:endParaRPr>
          </a:p>
        </p:txBody>
      </p:sp>
      <p:sp>
        <p:nvSpPr>
          <p:cNvPr id="12" name="Titel 1"/>
          <p:cNvSpPr>
            <a:spLocks noGrp="1"/>
          </p:cNvSpPr>
          <p:nvPr>
            <p:ph type="ctrTitle"/>
          </p:nvPr>
        </p:nvSpPr>
        <p:spPr>
          <a:xfrm>
            <a:off x="515922" y="980729"/>
            <a:ext cx="8246528" cy="1368151"/>
          </a:xfrm>
          <a:prstGeom prst="rect">
            <a:avLst/>
          </a:prstGeom>
        </p:spPr>
        <p:txBody>
          <a:bodyPr anchor="t"/>
          <a:lstStyle>
            <a:lvl1pPr algn="l">
              <a:defRPr sz="4000" spc="-100" baseline="0">
                <a:latin typeface="Lucida Sans Unicode" pitchFamily="34" charset="0"/>
                <a:cs typeface="Lucida Sans Unicode" pitchFamily="34" charset="0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/>
          </p:nvPr>
        </p:nvSpPr>
        <p:spPr>
          <a:xfrm>
            <a:off x="515922" y="2420888"/>
            <a:ext cx="8246528" cy="79208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pc="-100" baseline="0">
                <a:solidFill>
                  <a:schemeClr val="tx1"/>
                </a:solidFill>
                <a:latin typeface="Lucida Sans Unicode" pitchFamily="34" charset="0"/>
                <a:cs typeface="Lucida Sans Unicode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noProof="0" dirty="0" err="1"/>
              <a:t>Formatvorlage</a:t>
            </a:r>
            <a:r>
              <a:rPr lang="en-US" noProof="0" dirty="0"/>
              <a:t> des </a:t>
            </a:r>
            <a:r>
              <a:rPr lang="en-US" noProof="0" dirty="0" err="1"/>
              <a:t>Untertitelmasters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14" name="Line 3"/>
          <p:cNvSpPr>
            <a:spLocks noChangeShapeType="1"/>
          </p:cNvSpPr>
          <p:nvPr userDrawn="1"/>
        </p:nvSpPr>
        <p:spPr bwMode="black">
          <a:xfrm flipH="1" flipV="1">
            <a:off x="4502372" y="4794249"/>
            <a:ext cx="4763" cy="14430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Rectangle 19"/>
          <p:cNvSpPr>
            <a:spLocks noChangeArrowheads="1"/>
          </p:cNvSpPr>
          <p:nvPr userDrawn="1"/>
        </p:nvSpPr>
        <p:spPr bwMode="black">
          <a:xfrm>
            <a:off x="4963102" y="4797151"/>
            <a:ext cx="4173538" cy="1196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288" rIns="90000" bIns="18288" anchor="t"/>
          <a:lstStyle/>
          <a:p>
            <a:pPr marL="342900" indent="-342900"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1200" b="1" noProof="0" dirty="0" smtClean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rPr>
              <a:t>YOUR</a:t>
            </a:r>
            <a:r>
              <a:rPr lang="en-US" sz="1200" b="1" baseline="0" noProof="0" dirty="0" smtClean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rPr>
              <a:t> NAME</a:t>
            </a:r>
            <a:endParaRPr lang="en-US" sz="1200" b="1" noProof="0" dirty="0" smtClean="0">
              <a:solidFill>
                <a:schemeClr val="bg1"/>
              </a:solidFill>
              <a:latin typeface="Lucida Sans Unicode" pitchFamily="34" charset="0"/>
              <a:cs typeface="Lucida Sans Unicode" pitchFamily="34" charset="0"/>
            </a:endParaRPr>
          </a:p>
          <a:p>
            <a:pPr marL="342900" indent="-342900"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1100" b="0" noProof="0" dirty="0" smtClean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rPr>
              <a:t>Your.Mail@st.ovgu.de</a:t>
            </a:r>
            <a:endParaRPr lang="en-US" sz="1100" b="0" noProof="0" dirty="0">
              <a:solidFill>
                <a:schemeClr val="bg1"/>
              </a:solidFill>
              <a:latin typeface="Lucida Sans Unicode" pitchFamily="34" charset="0"/>
              <a:cs typeface="Lucida Sans Unicode" pitchFamily="34" charset="0"/>
            </a:endParaRPr>
          </a:p>
          <a:p>
            <a:pPr marL="342900" indent="-342900"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sz="1050" b="0" noProof="0" dirty="0" smtClean="0">
              <a:solidFill>
                <a:schemeClr val="bg1"/>
              </a:solidFill>
              <a:latin typeface="Lucida Sans Unicode" pitchFamily="34" charset="0"/>
              <a:cs typeface="Lucida Sans Unicode" pitchFamily="34" charset="0"/>
            </a:endParaRPr>
          </a:p>
          <a:p>
            <a:pPr marL="342900" indent="-342900"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sz="1050" b="0" noProof="0" dirty="0">
              <a:solidFill>
                <a:schemeClr val="bg1"/>
              </a:solidFill>
              <a:latin typeface="Lucida Sans Unicode" pitchFamily="34" charset="0"/>
              <a:cs typeface="Lucida Sans Unicode" pitchFamily="34" charset="0"/>
            </a:endParaRPr>
          </a:p>
          <a:p>
            <a:pPr marL="342900" indent="-342900"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sz="1050" b="0" noProof="0" dirty="0">
              <a:solidFill>
                <a:schemeClr val="bg1"/>
              </a:solidFill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6" name="Rectangle 19"/>
          <p:cNvSpPr>
            <a:spLocks noChangeArrowheads="1"/>
          </p:cNvSpPr>
          <p:nvPr userDrawn="1"/>
        </p:nvSpPr>
        <p:spPr bwMode="black">
          <a:xfrm>
            <a:off x="4956608" y="5661248"/>
            <a:ext cx="4173538" cy="332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288" rIns="90000" bIns="18288" anchor="t"/>
          <a:lstStyle/>
          <a:p>
            <a:pPr marL="342900" indent="-342900"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sz="1050" b="0" noProof="0" dirty="0">
              <a:solidFill>
                <a:schemeClr val="bg1"/>
              </a:solidFill>
              <a:latin typeface="Lucida Sans Unicode" pitchFamily="34" charset="0"/>
              <a:cs typeface="Lucida Sans Unicode" pitchFamily="34" charset="0"/>
            </a:endParaRPr>
          </a:p>
          <a:p>
            <a:pPr marL="342900" indent="-342900"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sz="1050" b="0" noProof="0" dirty="0">
              <a:solidFill>
                <a:schemeClr val="bg1"/>
              </a:solidFill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7" name="Abgerundetes Rechteck 16"/>
          <p:cNvSpPr/>
          <p:nvPr userDrawn="1"/>
        </p:nvSpPr>
        <p:spPr>
          <a:xfrm>
            <a:off x="8385615" y="111131"/>
            <a:ext cx="720000" cy="622800"/>
          </a:xfrm>
          <a:prstGeom prst="roundRect">
            <a:avLst>
              <a:gd name="adj" fmla="val 5137"/>
            </a:avLst>
          </a:prstGeom>
          <a:solidFill>
            <a:srgbClr val="0168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82724"/>
            <a:ext cx="8240688" cy="821101"/>
          </a:xfrm>
          <a:prstGeom prst="rect">
            <a:avLst/>
          </a:prstGeom>
        </p:spPr>
      </p:pic>
      <p:sp>
        <p:nvSpPr>
          <p:cNvPr id="19" name="Line 3"/>
          <p:cNvSpPr>
            <a:spLocks noChangeShapeType="1"/>
          </p:cNvSpPr>
          <p:nvPr userDrawn="1"/>
        </p:nvSpPr>
        <p:spPr bwMode="black">
          <a:xfrm flipH="1" flipV="1">
            <a:off x="4502372" y="4794249"/>
            <a:ext cx="4763" cy="14430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Rectangle 19"/>
          <p:cNvSpPr>
            <a:spLocks noChangeArrowheads="1"/>
          </p:cNvSpPr>
          <p:nvPr userDrawn="1"/>
        </p:nvSpPr>
        <p:spPr bwMode="black">
          <a:xfrm>
            <a:off x="328834" y="5276899"/>
            <a:ext cx="4173538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288" rIns="90000" bIns="18288" anchor="b"/>
          <a:lstStyle/>
          <a:p>
            <a:pPr marL="342900" indent="-342900" algn="r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sz="1050" noProof="0" dirty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rPr>
              <a:t>Faculty of Computer Science</a:t>
            </a:r>
          </a:p>
          <a:p>
            <a:pPr marL="342900" indent="-342900" algn="r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sz="1050" noProof="0" dirty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rPr>
              <a:t>Department of Technical and Business Information Systems</a:t>
            </a:r>
          </a:p>
        </p:txBody>
      </p:sp>
      <p:sp>
        <p:nvSpPr>
          <p:cNvPr id="21" name="Rectangle 19"/>
          <p:cNvSpPr>
            <a:spLocks noChangeArrowheads="1"/>
          </p:cNvSpPr>
          <p:nvPr userDrawn="1"/>
        </p:nvSpPr>
        <p:spPr bwMode="black">
          <a:xfrm>
            <a:off x="328834" y="4794249"/>
            <a:ext cx="4173538" cy="408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288" rIns="90000" bIns="18288" anchor="b"/>
          <a:lstStyle/>
          <a:p>
            <a:pPr marL="342900" indent="-342900"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1200" b="1" noProof="0" dirty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rPr>
              <a:t>Magdeburg Research and Competence Cluster</a:t>
            </a:r>
            <a:endParaRPr lang="en-US" sz="1200" b="1" baseline="0" noProof="0" dirty="0">
              <a:solidFill>
                <a:schemeClr val="bg1"/>
              </a:solidFill>
              <a:latin typeface="Lucida Sans Unicode" pitchFamily="34" charset="0"/>
              <a:cs typeface="Lucida Sans Unicode" pitchFamily="34" charset="0"/>
            </a:endParaRPr>
          </a:p>
          <a:p>
            <a:pPr marL="342900" indent="-342900"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1200" baseline="0" noProof="0" dirty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rPr>
              <a:t>Workgroup Business Informatics I</a:t>
            </a:r>
            <a:endParaRPr lang="en-US" sz="1200" noProof="0" dirty="0">
              <a:solidFill>
                <a:schemeClr val="bg1"/>
              </a:solidFill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2" name="Rectangle 19"/>
          <p:cNvSpPr>
            <a:spLocks noChangeArrowheads="1"/>
          </p:cNvSpPr>
          <p:nvPr userDrawn="1"/>
        </p:nvSpPr>
        <p:spPr bwMode="black">
          <a:xfrm>
            <a:off x="326304" y="5810250"/>
            <a:ext cx="4173538" cy="225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288" rIns="90000" bIns="18288" anchor="b"/>
          <a:lstStyle/>
          <a:p>
            <a:pPr marL="342900" indent="-342900" algn="r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sz="1050" noProof="0" dirty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rPr>
              <a:t>Otto-von-Guericke-University Magdeburg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533399" y="909455"/>
            <a:ext cx="8215313" cy="561813"/>
          </a:xfrm>
          <a:prstGeom prst="rect">
            <a:avLst/>
          </a:prstGeom>
        </p:spPr>
        <p:txBody>
          <a:bodyPr/>
          <a:lstStyle>
            <a:lvl1pPr algn="l">
              <a:defRPr sz="2400" b="1" spc="-100" baseline="0">
                <a:latin typeface="Lucida Sans Unicode" pitchFamily="34" charset="0"/>
                <a:cs typeface="Lucida Sans Unicode" pitchFamily="34" charset="0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533399" y="1552724"/>
            <a:ext cx="8215313" cy="4972620"/>
          </a:xfrm>
          <a:prstGeom prst="rect">
            <a:avLst/>
          </a:prstGeom>
        </p:spPr>
        <p:txBody>
          <a:bodyPr/>
          <a:lstStyle>
            <a:lvl1pPr marL="360000" indent="-270000">
              <a:spcBef>
                <a:spcPts val="1800"/>
              </a:spcBef>
              <a:buClr>
                <a:srgbClr val="0168B5"/>
              </a:buClr>
              <a:buFont typeface="Wingdings" pitchFamily="2" charset="2"/>
              <a:buChar char="§"/>
              <a:defRPr sz="2200" spc="-100" baseline="0">
                <a:solidFill>
                  <a:schemeClr val="tx1"/>
                </a:solidFill>
                <a:latin typeface="Lucida Sans Unicode" pitchFamily="34" charset="0"/>
                <a:cs typeface="Lucida Sans Unicode" pitchFamily="34" charset="0"/>
              </a:defRPr>
            </a:lvl1pPr>
            <a:lvl2pPr marL="630238" indent="-271463">
              <a:spcBef>
                <a:spcPts val="0"/>
              </a:spcBef>
              <a:buClr>
                <a:srgbClr val="0168B3"/>
              </a:buClr>
              <a:buFont typeface="Courier New" pitchFamily="49" charset="0"/>
              <a:buChar char="o"/>
              <a:defRPr spc="-100" baseline="0">
                <a:latin typeface="Lucida Sans Unicode" pitchFamily="34" charset="0"/>
                <a:cs typeface="Lucida Sans Unicode" pitchFamily="34" charset="0"/>
              </a:defRPr>
            </a:lvl2pPr>
            <a:lvl3pPr marL="900000" indent="-270000">
              <a:spcBef>
                <a:spcPts val="0"/>
              </a:spcBef>
              <a:buClr>
                <a:srgbClr val="0168B5"/>
              </a:buClr>
              <a:buFont typeface="Symbol" pitchFamily="18" charset="2"/>
              <a:buChar char="-"/>
              <a:defRPr sz="1800" spc="-100" baseline="0">
                <a:latin typeface="Lucida Sans Unicode" pitchFamily="34" charset="0"/>
                <a:cs typeface="Lucida Sans Unicode" pitchFamily="34" charset="0"/>
              </a:defRPr>
            </a:lvl3pPr>
            <a:lvl4pPr marL="1170000" indent="-270000">
              <a:spcBef>
                <a:spcPts val="0"/>
              </a:spcBef>
              <a:buFont typeface="Arial" pitchFamily="34" charset="0"/>
              <a:buChar char="•"/>
              <a:defRPr sz="1600" spc="-100" baseline="0">
                <a:latin typeface="Lucida Sans Unicode" pitchFamily="34" charset="0"/>
                <a:cs typeface="Lucida Sans Unicode" pitchFamily="34" charset="0"/>
              </a:defRPr>
            </a:lvl4pPr>
            <a:lvl5pPr marL="1440000" indent="-270000">
              <a:spcBef>
                <a:spcPts val="0"/>
              </a:spcBef>
              <a:defRPr sz="1400" spc="-100" baseline="0">
                <a:latin typeface="Lucida Sans Unicode" pitchFamily="34" charset="0"/>
                <a:cs typeface="Lucida Sans Unicode" pitchFamily="34" charset="0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/>
          <p:cNvSpPr>
            <a:spLocks noGrp="1"/>
          </p:cNvSpPr>
          <p:nvPr>
            <p:ph type="title"/>
          </p:nvPr>
        </p:nvSpPr>
        <p:spPr>
          <a:xfrm>
            <a:off x="533399" y="909455"/>
            <a:ext cx="8215313" cy="561813"/>
          </a:xfrm>
          <a:prstGeom prst="rect">
            <a:avLst/>
          </a:prstGeom>
        </p:spPr>
        <p:txBody>
          <a:bodyPr/>
          <a:lstStyle>
            <a:lvl1pPr algn="l">
              <a:defRPr sz="2400" b="1" spc="-100" baseline="0">
                <a:latin typeface="Lucida Sans Unicode" pitchFamily="34" charset="0"/>
                <a:cs typeface="Lucida Sans Unicode" pitchFamily="34" charset="0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76090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bgerundetes Rechteck 17"/>
          <p:cNvSpPr/>
          <p:nvPr userDrawn="1"/>
        </p:nvSpPr>
        <p:spPr>
          <a:xfrm>
            <a:off x="8385615" y="111131"/>
            <a:ext cx="720000" cy="622800"/>
          </a:xfrm>
          <a:prstGeom prst="roundRect">
            <a:avLst>
              <a:gd name="adj" fmla="val 5137"/>
            </a:avLst>
          </a:prstGeom>
          <a:solidFill>
            <a:srgbClr val="0168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Datumsplatzhalter 2"/>
          <p:cNvSpPr txBox="1">
            <a:spLocks/>
          </p:cNvSpPr>
          <p:nvPr userDrawn="1"/>
        </p:nvSpPr>
        <p:spPr>
          <a:xfrm>
            <a:off x="8385615" y="548902"/>
            <a:ext cx="703170" cy="215802"/>
          </a:xfrm>
          <a:prstGeom prst="rect">
            <a:avLst/>
          </a:prstGeom>
        </p:spPr>
        <p:txBody>
          <a:bodyPr lIns="0" tIns="41473" rIns="0" bIns="41473" anchor="ctr"/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Lucida Sans Unicode" pitchFamily="34" charset="0"/>
                <a:ea typeface="+mn-ea"/>
                <a:cs typeface="Lucida Sans Unicode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06D88F2-25C4-4701-B2EF-945894A98259}" type="slidenum">
              <a:rPr lang="de-DE" sz="900" smtClean="0">
                <a:solidFill>
                  <a:schemeClr val="bg1"/>
                </a:solidFill>
              </a:rPr>
              <a:pPr algn="r"/>
              <a:t>‹Nr.›</a:t>
            </a:fld>
            <a:endParaRPr lang="de-DE" sz="900" dirty="0">
              <a:solidFill>
                <a:schemeClr val="bg1"/>
              </a:solidFill>
            </a:endParaRPr>
          </a:p>
        </p:txBody>
      </p:sp>
      <p:pic>
        <p:nvPicPr>
          <p:cNvPr id="21" name="Grafik 2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82724"/>
            <a:ext cx="8240688" cy="821101"/>
          </a:xfrm>
          <a:prstGeom prst="rect">
            <a:avLst/>
          </a:prstGeom>
        </p:spPr>
      </p:pic>
      <p:sp>
        <p:nvSpPr>
          <p:cNvPr id="22" name="Datumsplatzhalter 2"/>
          <p:cNvSpPr txBox="1">
            <a:spLocks/>
          </p:cNvSpPr>
          <p:nvPr userDrawn="1"/>
        </p:nvSpPr>
        <p:spPr>
          <a:xfrm>
            <a:off x="8385616" y="116854"/>
            <a:ext cx="720000" cy="215802"/>
          </a:xfrm>
          <a:prstGeom prst="rect">
            <a:avLst/>
          </a:prstGeom>
        </p:spPr>
        <p:txBody>
          <a:bodyPr lIns="18000" tIns="41473" rIns="18000" bIns="41473" anchor="ctr"/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Lucida Sans Unicode" pitchFamily="34" charset="0"/>
                <a:ea typeface="+mn-ea"/>
                <a:cs typeface="Lucida Sans Unicode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900" dirty="0">
                <a:solidFill>
                  <a:schemeClr val="bg1"/>
                </a:solidFill>
              </a:rPr>
              <a:t>VLBA </a:t>
            </a:r>
            <a:r>
              <a:rPr lang="de-DE" sz="900" dirty="0" err="1">
                <a:solidFill>
                  <a:schemeClr val="bg1"/>
                </a:solidFill>
              </a:rPr>
              <a:t>SyA</a:t>
            </a:r>
            <a:endParaRPr lang="de-DE" sz="900" dirty="0">
              <a:solidFill>
                <a:schemeClr val="bg1"/>
              </a:solidFill>
            </a:endParaRPr>
          </a:p>
        </p:txBody>
      </p:sp>
      <p:sp>
        <p:nvSpPr>
          <p:cNvPr id="23" name="Datumsplatzhalter 2"/>
          <p:cNvSpPr txBox="1">
            <a:spLocks/>
          </p:cNvSpPr>
          <p:nvPr userDrawn="1"/>
        </p:nvSpPr>
        <p:spPr>
          <a:xfrm>
            <a:off x="8388424" y="548902"/>
            <a:ext cx="504056" cy="215802"/>
          </a:xfrm>
          <a:prstGeom prst="rect">
            <a:avLst/>
          </a:prstGeom>
        </p:spPr>
        <p:txBody>
          <a:bodyPr lIns="18000" tIns="41473" rIns="18000" bIns="41473" anchor="ctr"/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Lucida Sans Unicode" pitchFamily="34" charset="0"/>
                <a:ea typeface="+mn-ea"/>
                <a:cs typeface="Lucida Sans Unicode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500" dirty="0" err="1">
                <a:solidFill>
                  <a:schemeClr val="bg1"/>
                </a:solidFill>
              </a:rPr>
              <a:t>SoSe</a:t>
            </a:r>
            <a:r>
              <a:rPr lang="de-DE" sz="500" dirty="0">
                <a:solidFill>
                  <a:schemeClr val="bg1"/>
                </a:solidFill>
              </a:rPr>
              <a:t> </a:t>
            </a:r>
            <a:r>
              <a:rPr lang="de-DE" sz="500" dirty="0" smtClean="0">
                <a:solidFill>
                  <a:schemeClr val="bg1"/>
                </a:solidFill>
              </a:rPr>
              <a:t>2018</a:t>
            </a:r>
            <a:endParaRPr lang="de-DE" sz="5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Elektra Text Pro" pitchFamily="2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Elektra Text Pro" pitchFamily="2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Elektra Text Pro" pitchFamily="2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Elektra Text Pro" pitchFamily="2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Elektra Text Pro" pitchFamily="2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Elektra Text Pro" pitchFamily="2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Elektra Text Pro" pitchFamily="2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Elektra Text Pro" pitchFamily="2" charset="0"/>
        </a:defRPr>
      </a:lvl9pPr>
    </p:titleStyle>
    <p:bodyStyle>
      <a:lvl1pPr marL="179388" indent="-17938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•"/>
        <a:defRPr sz="2400">
          <a:solidFill>
            <a:srgbClr val="0068B4"/>
          </a:solidFill>
          <a:latin typeface="+mn-lt"/>
          <a:ea typeface="+mn-ea"/>
          <a:cs typeface="+mn-cs"/>
        </a:defRPr>
      </a:lvl1pPr>
      <a:lvl2pPr marL="630238" indent="-27146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2pPr>
      <a:lvl3pPr marL="1233488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cs typeface="+mn-cs"/>
        </a:defRPr>
      </a:lvl3pPr>
      <a:lvl4pPr marL="1641475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YOUR TOPIC</a:t>
            </a:r>
            <a:endParaRPr lang="en-US" dirty="0"/>
          </a:p>
        </p:txBody>
      </p:sp>
      <p:sp>
        <p:nvSpPr>
          <p:cNvPr id="5" name="Untertitel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VLBAII – System Architectures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57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sz="1800" dirty="0" smtClean="0"/>
          </a:p>
        </p:txBody>
      </p:sp>
    </p:spTree>
    <p:extLst>
      <p:ext uri="{BB962C8B-B14F-4D97-AF65-F5344CB8AC3E}">
        <p14:creationId xmlns:p14="http://schemas.microsoft.com/office/powerpoint/2010/main" val="506317156"/>
      </p:ext>
    </p:extLst>
  </p:cSld>
  <p:clrMapOvr>
    <a:masterClrMapping/>
  </p:clrMapOvr>
</p:sld>
</file>

<file path=ppt/theme/theme1.xml><?xml version="1.0" encoding="utf-8"?>
<a:theme xmlns:a="http://schemas.openxmlformats.org/drawingml/2006/main" name="Vorlesung FIN Corporate Design Kopfzeile">
  <a:themeElements>
    <a:clrScheme name="Benutzerdefinier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168B5"/>
      </a:accent1>
      <a:accent2>
        <a:srgbClr val="990033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Elektra Text Pro"/>
        <a:ea typeface=""/>
        <a:cs typeface=""/>
      </a:majorFont>
      <a:minorFont>
        <a:latin typeface="Arial"/>
        <a:ea typeface="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Vorlesung FIN Corporate Design Kopfzeile</Template>
  <TotalTime>0</TotalTime>
  <Words>7</Words>
  <Application>Microsoft Office PowerPoint</Application>
  <PresentationFormat>Bildschirmpräsentation (4:3)</PresentationFormat>
  <Paragraphs>3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10" baseType="lpstr">
      <vt:lpstr>Arial</vt:lpstr>
      <vt:lpstr>Calibri</vt:lpstr>
      <vt:lpstr>Courier New</vt:lpstr>
      <vt:lpstr>Elektra Text Pro</vt:lpstr>
      <vt:lpstr>Lucida Sans Unicode</vt:lpstr>
      <vt:lpstr>Symbol</vt:lpstr>
      <vt:lpstr>Wingdings</vt:lpstr>
      <vt:lpstr>Vorlesung FIN Corporate Design Kopfzeile</vt:lpstr>
      <vt:lpstr>YOUR TOPIC</vt:lpstr>
      <vt:lpstr>Agenda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Holger Schrödl</dc:creator>
  <cp:lastModifiedBy>volk</cp:lastModifiedBy>
  <cp:revision>273</cp:revision>
  <cp:lastPrinted>2015-05-05T08:40:15Z</cp:lastPrinted>
  <dcterms:created xsi:type="dcterms:W3CDTF">2011-09-18T07:21:58Z</dcterms:created>
  <dcterms:modified xsi:type="dcterms:W3CDTF">2018-06-05T11:18:31Z</dcterms:modified>
</cp:coreProperties>
</file>